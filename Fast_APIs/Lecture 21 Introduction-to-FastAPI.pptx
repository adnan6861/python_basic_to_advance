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8229600" cx="14630400"/>
  <p:notesSz cx="8229600" cy="14630400"/>
  <p:embeddedFontLst>
    <p:embeddedFont>
      <p:font typeface="Platypi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N5sgrCh19/P5B2YTKGq8xbr+6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regular.fntdata"/><Relationship Id="rId25" Type="http://schemas.openxmlformats.org/officeDocument/2006/relationships/slide" Target="slides/slide21.xml"/><Relationship Id="rId28" Type="http://schemas.openxmlformats.org/officeDocument/2006/relationships/font" Target="fonts/PlatypiMedium-italic.fntdata"/><Relationship Id="rId27" Type="http://schemas.openxmlformats.org/officeDocument/2006/relationships/font" Target="fonts/Platypi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typi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30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/>
          <p:nvPr/>
        </p:nvSpPr>
        <p:spPr>
          <a:xfrm>
            <a:off x="6297968" y="2452425"/>
            <a:ext cx="7483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Programming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6297968" y="3501367"/>
            <a:ext cx="6534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21: Introduction to FastAPI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7977" y="4988903"/>
            <a:ext cx="1737989" cy="173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2"/>
          <p:cNvPicPr preferRelativeResize="0"/>
          <p:nvPr/>
        </p:nvPicPr>
        <p:blipFill rotWithShape="1">
          <a:blip r:embed="rId3">
            <a:alphaModFix/>
          </a:blip>
          <a:srcRect b="15508" l="4657" r="6085" t="5813"/>
          <a:stretch/>
        </p:blipFill>
        <p:spPr>
          <a:xfrm>
            <a:off x="8427663" y="2429582"/>
            <a:ext cx="5974137" cy="337043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/>
          <p:nvPr/>
        </p:nvSpPr>
        <p:spPr>
          <a:xfrm>
            <a:off x="793790" y="670560"/>
            <a:ext cx="5917525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lang="en-US" sz="40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 to FastAPI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793790" y="161460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287" y="1652826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1457087" y="1684734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Core Functionality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1457087" y="2125980"/>
            <a:ext cx="2987397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is a modern, high-performance web framework designed specifically for building APIs using Python.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699635" y="161460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133" y="1652826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5362932" y="1684734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Feature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362932" y="2125980"/>
            <a:ext cx="2987397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leverages Python 3.6+ features such as type hints to provide automatic data validation and documentation.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793790" y="3841075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0287" y="3879294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/>
          <p:nvPr/>
        </p:nvSpPr>
        <p:spPr>
          <a:xfrm>
            <a:off x="1457087" y="391120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457087" y="4352449"/>
            <a:ext cx="298739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aims to make API development fast, easy, and less error-prone.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699635" y="3841075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6133" y="3879294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5362932" y="391120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362932" y="4352449"/>
            <a:ext cx="298739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Many modern applications rely on APIs to connect different services and platforms.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93790" y="574083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0287" y="5779056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1457087" y="5810964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Industry Standard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457087" y="6252210"/>
            <a:ext cx="298739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is widely adopted in industry for its speed and simplicity.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699635" y="574083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6133" y="5779056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5362932" y="5810964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Empowerment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362932" y="6252210"/>
            <a:ext cx="2987397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Learning FastAPI will empower you to turn your Python projects or AI models into accessible web services.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92" y="1742063"/>
            <a:ext cx="5671601" cy="378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/>
          <p:nvPr/>
        </p:nvSpPr>
        <p:spPr>
          <a:xfrm>
            <a:off x="6280190" y="986433"/>
            <a:ext cx="538710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lang="en-US" sz="4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APIs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280190" y="1982986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980396" y="205704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an API?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980396" y="2522815"/>
            <a:ext cx="6856214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 API (Application Programming Interface) is a set of rules and tools that allow different software applications to communicate.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980396" y="3287792"/>
            <a:ext cx="6856214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defines how requests for data or services are made and how responses are returned.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980396" y="4052768"/>
            <a:ext cx="6856214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APIs are like messengers that deliver your request to a system and bring the response back.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280190" y="5173266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6980396" y="5247323"/>
            <a:ext cx="340304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Are APIs Important?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980396" y="5713095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APIs make software modular and interoperable.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980396" y="6133267"/>
            <a:ext cx="6856214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They enable mobile apps, web apps, and other programs to use backend services without knowing their internal details.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980396" y="6898243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APIs are essential for creating scalable and maintainable software.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793790" y="1151334"/>
            <a:ext cx="7256502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FastAPI — The Waiter Analogy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93790" y="2042993"/>
            <a:ext cx="7556421" cy="2575441"/>
          </a:xfrm>
          <a:prstGeom prst="roundRect">
            <a:avLst>
              <a:gd fmla="val 112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986552" y="2235756"/>
            <a:ext cx="2959298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Chef and Waiter Analogy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986552" y="2652593"/>
            <a:ext cx="7170896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Imagine your Python code or AI model is the "chef" who prepares dishes (processes data).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86552" y="3384947"/>
            <a:ext cx="71708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Users want to interact with this chef but cannot directly enter the kitchen.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86552" y="3808928"/>
            <a:ext cx="7170896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acts as the "waiter" — it takes user requests, forwards them to the chef, and returns the prepared results back to the users.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93790" y="4811197"/>
            <a:ext cx="7556421" cy="2267069"/>
          </a:xfrm>
          <a:prstGeom prst="roundRect">
            <a:avLst>
              <a:gd fmla="val 127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86552" y="5003959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This Works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986552" y="5420797"/>
            <a:ext cx="71708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user sends a request (e.g., a URL visit or data submission).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86552" y="5844778"/>
            <a:ext cx="71708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receives the request, calls your Python function, and waits for the result.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86552" y="6268760"/>
            <a:ext cx="7170896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Once ready, FastAPI sends the result as a response in a web-friendly format like JSON.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6280190" y="1059299"/>
            <a:ext cx="75564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lang="en-US" sz="4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Setting Up Your Environment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280190" y="2729270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1033" y="2769691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6980396" y="2803327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Installing FastAPI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980396" y="3269099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 get started, you need to install FastAPI in your Python environment.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980396" y="3743087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Run the command: pip install fastapi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980396" y="4217075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downloads the FastAPI package and its dependencies.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280190" y="4992767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1033" y="5033189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6980396" y="5066824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Installing Uvicorn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980396" y="5532596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Uvicorn is a fast, lightweight web server that runs your FastAPI app.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980396" y="6006584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Install it using: pip install uvicorn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980396" y="6480572"/>
            <a:ext cx="6856214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serves your API locally during development and can be used in production environments.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4638" y="2751058"/>
            <a:ext cx="6776323" cy="272748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793790" y="637937"/>
            <a:ext cx="57276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lang="en-US" sz="4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Creating Your First FastAPI Application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93790" y="2307908"/>
            <a:ext cx="5727621" cy="2189321"/>
          </a:xfrm>
          <a:prstGeom prst="roundRect">
            <a:avLst>
              <a:gd fmla="val 147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009174" y="2523292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Importing FastAPI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009174" y="2989064"/>
            <a:ext cx="529685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start by importing the FastAPI class: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09174" y="3463052"/>
            <a:ext cx="529685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from fastapi import FastAPI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009174" y="3937040"/>
            <a:ext cx="529685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class provides the main API-building tools.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93790" y="4712613"/>
            <a:ext cx="5727621" cy="2878931"/>
          </a:xfrm>
          <a:prstGeom prst="roundRect">
            <a:avLst>
              <a:gd fmla="val 112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09174" y="4927997"/>
            <a:ext cx="3444716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Creating the App Instance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009174" y="5393769"/>
            <a:ext cx="529685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Next, create an instance of FastAPI: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09174" y="5867757"/>
            <a:ext cx="5296853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app = FastAPI( title="My First API", description="A simple API using FastAPI", version="1.0.0" 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09174" y="6686550"/>
            <a:ext cx="5296853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These metadata values help generate user-friendly documentation automatically.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793790" y="1899880"/>
            <a:ext cx="865941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Defining Routes and Endpoints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93790" y="294882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99132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1530906" y="30266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Are Routes?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530906" y="3517106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Routes are URL patterns where your API listens for requests.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530906" y="4379000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For example, </a:t>
            </a: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is the root route (home page).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530906" y="5240893"/>
            <a:ext cx="342149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/hello/{name}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is a route that accepts a variable part called name.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235893" y="294882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63" y="299132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5973008" y="3026688"/>
            <a:ext cx="298870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Are Endpoints?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973008" y="3517106"/>
            <a:ext cx="342149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Endpoints are the actual functions in your code that handle requests sent to routes.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973008" y="4741902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They contain the logic to process input and return responses.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677995" y="294882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3065" y="3033832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10415111" y="30266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0415111" y="3517106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root endpoint / might return a welcome message.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0415111" y="4379000"/>
            <a:ext cx="342149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/hello/{name} 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endpoint takes a name as input and returns a personalized greeting.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983" y="1837015"/>
            <a:ext cx="6833116" cy="45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8108990" y="638056"/>
            <a:ext cx="5727621" cy="1204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Writing Your First Endpoint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108990" y="2132171"/>
            <a:ext cx="5727621" cy="3423404"/>
          </a:xfrm>
          <a:prstGeom prst="roundRect">
            <a:avLst>
              <a:gd fmla="val 84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301752" y="2324933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Root Endpoint (/)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301752" y="2741771"/>
            <a:ext cx="5342096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a decorator to specify this endpoint listens to HTTP GET requests on /: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301752" y="3474125"/>
            <a:ext cx="53420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@app.get("/")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301752" y="3898106"/>
            <a:ext cx="53420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def read_root():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301752" y="4322088"/>
            <a:ext cx="53420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return {"message": "Hello World! Welcome to FastAPI"}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301752" y="4746069"/>
            <a:ext cx="5342096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function returns a dictionary which FastAPI converts to JSON for the client.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108990" y="5748338"/>
            <a:ext cx="5727621" cy="1843087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8301752" y="5941100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It Works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301752" y="6357938"/>
            <a:ext cx="5342096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When a user opens the base URL in their browser, this function is called.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301752" y="7090291"/>
            <a:ext cx="534209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returned message is displayed as a JSON response.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793790" y="2126694"/>
            <a:ext cx="83300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Path Parameters in Endpoints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93790" y="317563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1530906" y="3253502"/>
            <a:ext cx="295620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Dynamic Paths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530906" y="3743920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can create URLs that accept variables: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530906" y="4242911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@app.get("/hello/{name}")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530906" y="4741902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def read_item(name: str):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530906" y="5240893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return {"message": f"Hello, {name}!"}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530906" y="5739884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part inside {} is a path parameter.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457003" y="317563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194119" y="32535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Input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194119" y="3743920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function takes the path parameter as an input argument.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194119" y="4605814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specify the type (e.g., str) to let FastAPI validate and convert inputs automatically.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793790" y="2324457"/>
            <a:ext cx="98784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Connecting Endpoints to Functions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93790" y="3373398"/>
            <a:ext cx="6408063" cy="2531745"/>
          </a:xfrm>
          <a:prstGeom prst="roundRect">
            <a:avLst>
              <a:gd fmla="val 134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1020604" y="3600212"/>
            <a:ext cx="32729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Decorators Link Routes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20604" y="4090630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@app.get()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decorator tells FastAPI which function corresponds to which route and HTTP method.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428667" y="3373398"/>
            <a:ext cx="6408063" cy="2531745"/>
          </a:xfrm>
          <a:prstGeom prst="roundRect">
            <a:avLst>
              <a:gd fmla="val 134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7655481" y="36002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Execution Flow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7655481" y="4090630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When the route is called via HTTP GET, FastAPI executes the linked function.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655481" y="495252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function's return value becomes the HTTP response body.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/>
          <p:nvPr/>
        </p:nvSpPr>
        <p:spPr>
          <a:xfrm>
            <a:off x="793790" y="2194798"/>
            <a:ext cx="685026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Running Your API Server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93790" y="324373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28624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>
            <a:off x="1530906" y="33216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Uvicorn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530906" y="3812024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 run your API locally, execute: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530906" y="4311015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uvicorn filename:app --reload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530906" y="4810006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Replace filename with your Python file name (without .py).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530906" y="5671899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 is the FastAPI instance name.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457003" y="324373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074" y="328624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1"/>
          <p:cNvSpPr/>
          <p:nvPr/>
        </p:nvSpPr>
        <p:spPr>
          <a:xfrm>
            <a:off x="8194119" y="33216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Reload?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8194119" y="3812024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--reload flag watches your code for changes.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194119" y="4311015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automatically restarts the server so you don't need to stop and start manually during development.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793790" y="2505908"/>
            <a:ext cx="74228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Accessing Your API Locally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793790" y="3554849"/>
            <a:ext cx="64080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1020604" y="37816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a Browser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020604" y="4272082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Visit </a:t>
            </a: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http://localhost:8000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see the root message.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20604" y="4771073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Visit </a:t>
            </a: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http://localhost:8000/hello/YourName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test personalized greetings.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7428667" y="3554849"/>
            <a:ext cx="64080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655481" y="37816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Testing Endpoints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655481" y="4272082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can manually change the URL to test different inputs.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7655481" y="477107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helps verify your API works as expected.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9" name="Google Shape;299;p13"/>
          <p:cNvPicPr preferRelativeResize="0"/>
          <p:nvPr/>
        </p:nvPicPr>
        <p:blipFill rotWithShape="1">
          <a:blip r:embed="rId3">
            <a:alphaModFix/>
          </a:blip>
          <a:srcRect b="5772" l="0" r="0" t="0"/>
          <a:stretch/>
        </p:blipFill>
        <p:spPr>
          <a:xfrm>
            <a:off x="9144000" y="0"/>
            <a:ext cx="5486400" cy="775458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793790" y="64901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Automatic API Documentation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793790" y="240672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244923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/>
          <p:nvPr/>
        </p:nvSpPr>
        <p:spPr>
          <a:xfrm>
            <a:off x="1530906" y="2484596"/>
            <a:ext cx="289262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Swagger UI?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530906" y="2975015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generates interactive API docs accessible at: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530906" y="347400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http://localhost:8000/docs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1530906" y="3972997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Swagger UI lets you see all endpoints, their inputs, and try them out interactively.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793790" y="515243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19493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/>
          <p:nvPr/>
        </p:nvSpPr>
        <p:spPr>
          <a:xfrm>
            <a:off x="1530906" y="52302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ReDoc?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530906" y="5720715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Another documentation interface provided by FastAPI.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530906" y="621970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Accessible at: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530906" y="671869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http://localhost:8000/redoc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1530906" y="721768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Offers a clean and detailed view of your API.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0" name="Google Shape;3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4"/>
          <p:cNvSpPr/>
          <p:nvPr/>
        </p:nvSpPr>
        <p:spPr>
          <a:xfrm>
            <a:off x="6280190" y="84022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Benefits of Automatic Docs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280190" y="2597944"/>
            <a:ext cx="3664863" cy="2894648"/>
          </a:xfrm>
          <a:prstGeom prst="roundRect">
            <a:avLst>
              <a:gd fmla="val 117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507004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Saves Time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6507004" y="3315176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 need to write separate documentation manually.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507004" y="4177070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Docs update automatically as you change your API.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10171867" y="2597944"/>
            <a:ext cx="3664863" cy="2894648"/>
          </a:xfrm>
          <a:prstGeom prst="roundRect">
            <a:avLst>
              <a:gd fmla="val 117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10398681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Easier Collaboration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0398681" y="3315176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Other developers can quickly understand your API.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10398681" y="4177070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They can test endpoints directly from the documentation page.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280190" y="5719405"/>
            <a:ext cx="7556421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6507004" y="59462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Interactive Testing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507004" y="6436638"/>
            <a:ext cx="71027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can send sample requests and see responses without additional tools.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/>
          <p:nvPr/>
        </p:nvSpPr>
        <p:spPr>
          <a:xfrm>
            <a:off x="793790" y="764858"/>
            <a:ext cx="6520577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Multiple Requests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793790" y="1656517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1420297" y="1722715"/>
            <a:ext cx="2831902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Is This Important?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1420297" y="2139553"/>
            <a:ext cx="5774412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Real-world APIs serve many users at once.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1420297" y="2515314"/>
            <a:ext cx="5774412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Your API must respond quickly without blocking others.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435691" y="1656517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8062198" y="1722715"/>
            <a:ext cx="3220403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FastAPI Manages This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062198" y="2139553"/>
            <a:ext cx="5774412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is based on ASGI (Asynchronous Server Gateway Interface).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062198" y="2823686"/>
            <a:ext cx="5774412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Supports async programming to handle many requests concurrently.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8062198" y="3507819"/>
            <a:ext cx="5774412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improves performance and scalability.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4779" y="4033004"/>
            <a:ext cx="8640723" cy="290655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/>
          <p:nvPr/>
        </p:nvSpPr>
        <p:spPr>
          <a:xfrm>
            <a:off x="793790" y="7156371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/>
          <p:nvPr/>
        </p:nvSpPr>
        <p:spPr>
          <a:xfrm>
            <a:off x="793790" y="2505908"/>
            <a:ext cx="986432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Stopping and Restarting the Server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793790" y="3554849"/>
            <a:ext cx="64080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1020604" y="37816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to Stop?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1020604" y="4272082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your terminal, press Ctrl + C to stop the running server.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7428667" y="3554849"/>
            <a:ext cx="64080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7655481" y="37816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Restarting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7655481" y="4272082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Simply run the Uvicorn command again to restart the server.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7655481" y="5133975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server must be active to respond to API requests.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7"/>
          <p:cNvSpPr/>
          <p:nvPr/>
        </p:nvSpPr>
        <p:spPr>
          <a:xfrm>
            <a:off x="6280190" y="1184791"/>
            <a:ext cx="70742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FastAPI Project Structure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280190" y="22337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4" name="Google Shape;3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27623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7"/>
          <p:cNvSpPr/>
          <p:nvPr/>
        </p:nvSpPr>
        <p:spPr>
          <a:xfrm>
            <a:off x="7017306" y="23115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Organizing Code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7017306" y="280201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 projects grow, organize code by: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7017306" y="330100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Separating routes (endpoints) into different files.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017306" y="3799999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Using models for data validation.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7017306" y="429899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Keeping utility functions separate.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6280190" y="511552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515802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7"/>
          <p:cNvSpPr/>
          <p:nvPr/>
        </p:nvSpPr>
        <p:spPr>
          <a:xfrm>
            <a:off x="7017306" y="519338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Comments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7017306" y="568380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Comment your code clearly.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7017306" y="618279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Explain what each endpoint and function does.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7017306" y="668178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helps readability and future maintenance.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2" name="Google Shape;3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8"/>
          <p:cNvSpPr/>
          <p:nvPr/>
        </p:nvSpPr>
        <p:spPr>
          <a:xfrm>
            <a:off x="793790" y="173902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Debugging Tips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793790" y="2787968"/>
            <a:ext cx="36648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1020604" y="30147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--reload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1020604" y="3505200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helps catch errors quickly by applying code changes instantly.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685467" y="2787968"/>
            <a:ext cx="36648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4912281" y="30147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 Terminal Logs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4912281" y="3505200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Pay attention to errors and warnings in your terminal.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4912281" y="4367093"/>
            <a:ext cx="3211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Logs provide clues to fix bugs.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793790" y="5183624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1020604" y="54104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 Frequently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1020604" y="590085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Swagger UI or tools like Postman to verify API behavior regularly.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4" name="Google Shape;4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0" name="Google Shape;4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9"/>
          <p:cNvSpPr/>
          <p:nvPr/>
        </p:nvSpPr>
        <p:spPr>
          <a:xfrm>
            <a:off x="6280190" y="1211818"/>
            <a:ext cx="640520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Security Best Practices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6280190" y="22607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30326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9"/>
          <p:cNvSpPr/>
          <p:nvPr/>
        </p:nvSpPr>
        <p:spPr>
          <a:xfrm>
            <a:off x="7017306" y="2338626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Never Expose Secrets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7017306" y="3183374"/>
            <a:ext cx="28994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Don't hardcode API keys, passwords, or tokens in your code files.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10200203" y="22607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5274" y="230326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9"/>
          <p:cNvSpPr/>
          <p:nvPr/>
        </p:nvSpPr>
        <p:spPr>
          <a:xfrm>
            <a:off x="10937319" y="2338626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Environment Variables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10937319" y="3183374"/>
            <a:ext cx="28994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Store sensitive data in environment variables or .env files.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10937319" y="4408170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Load them at runtime to keep your secrets safe.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6280190" y="558760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563010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9"/>
          <p:cNvSpPr/>
          <p:nvPr/>
        </p:nvSpPr>
        <p:spPr>
          <a:xfrm>
            <a:off x="7017306" y="566547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Control Access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7017306" y="615588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Implement authentication (login, API keys, OAuth) as needed.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7017306" y="6654879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Restrict who can call your API endpoints.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"/>
          <p:cNvSpPr/>
          <p:nvPr/>
        </p:nvSpPr>
        <p:spPr>
          <a:xfrm>
            <a:off x="793790" y="19388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793790" y="2987754"/>
            <a:ext cx="13042821" cy="3302913"/>
          </a:xfrm>
          <a:prstGeom prst="roundRect">
            <a:avLst>
              <a:gd fmla="val 1030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"/>
          <p:cNvSpPr/>
          <p:nvPr/>
        </p:nvSpPr>
        <p:spPr>
          <a:xfrm>
            <a:off x="1020604" y="3214568"/>
            <a:ext cx="34872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You Learned Today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1020604" y="3704987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basics: installation and setup.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1020604" y="4203978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Defining routes and endpoints with decorators.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1020604" y="4702969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Running the app locally with Uvicorn.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1020604" y="5201960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Viewing and using automatic documentation.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1020604" y="5700951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Handling asynchronous requests efficiently.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0" name="Google Shape;4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6" name="Google Shape;4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1"/>
          <p:cNvSpPr/>
          <p:nvPr/>
        </p:nvSpPr>
        <p:spPr>
          <a:xfrm>
            <a:off x="793790" y="1184791"/>
            <a:ext cx="658034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Steps and Practice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793790" y="22337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227623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1"/>
          <p:cNvSpPr/>
          <p:nvPr/>
        </p:nvSpPr>
        <p:spPr>
          <a:xfrm>
            <a:off x="1530906" y="23115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Ideas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1530906" y="280201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new endpoints with query parameters.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1530906" y="330100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different response types like lists or nested data.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1530906" y="3799999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Explore asynchronous endpoints (async def functions).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793790" y="461652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465903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1"/>
          <p:cNvSpPr/>
          <p:nvPr/>
        </p:nvSpPr>
        <p:spPr>
          <a:xfrm>
            <a:off x="1530906" y="46943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Upcoming Topics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1530906" y="5184815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Input validation using Pydantic models.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1530906" y="568380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Handling POST requests and receiving JSON payloads.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1530906" y="618279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Structuring larger FastAPI projects.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1530906" y="668178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Building full-featured APIs for real-world apps.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2025-06-02T11:28:16Z</dcterms:created>
  <dc:creator>PptxGenJS</dc:creator>
</cp:coreProperties>
</file>